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64008" cy="1554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AI XAKATON  ·  SUD TIZIMI TREKI  ·  ANDIJON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868680" y="34015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Sudga tayyor ariza — bir gapdan.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86968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 va raqamli adliya o'rtasidagi intellektual qatlam.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Sud maslahatchilari bilan</a:t>
            </a:r>
            <a:pPr indent="0" marL="0"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qurilmoqda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Sudlar onlayn bo'ldi. Adolat — yo'q.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30952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5352" y="205740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 YOLG'IZ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advokat narxi — eng kam oylik ($100/oy) dan ham qimmat. Qaysi ariza, qaysi shakl, qaysi modda — bilmaydi, va protsedura xatosi uchun rad etiladi.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1967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SUDLAR CHO'KMOQDA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9672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556</a:t>
            </a:r>
            <a:pPr indent="0" marL="0">
              <a:buNone/>
            </a:pPr>
            <a:r>
              <a:rPr lang="en-US" sz="2200" b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oy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519672" y="3611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sudyaga to'g'ri keladigan fuqarolik ishi — xalqaro me'yor 16 ta. Yiliga 2 mln+ fuqarolik ishi (+50%). Oliy Sud buni "real bo'lmagan rejim" deydi.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ildiz:  </a:t>
            </a:r>
            <a:pPr algn="ctr" indent="0" marL="0"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odam o'z hayotiy muammosini to'g'ri yuridik tartibga sola olmaydi — natijada fuqaro chetda qoladi, sud esa cho'kadi.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AYNAN HOZIR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imkoniyat 18 oy oldin mavjud emas edi.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5973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Elektron ariza — majburiy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54480" y="29900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Prezident farmoni (2025-yil avg): sudga arizalar faqat elektron tarzda.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36792" y="214884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45973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51192" y="24048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Davlat sudga AI joriy qilmoqda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251192" y="29900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my.sud.uz'da AI yordamchi, prognoz, avto-hujjat — tayyor xaridor va e'tirof.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4714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4165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modellari yetildi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554480" y="50017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xom hikoyani yuridik tilga aylantirish mumkin — biroq xom AI xato qiladi; biz tekshiramiz.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41605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4714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51192" y="44165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Raqamli O'zbekiston 2030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251192" y="50017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mln+ raqamli davlat xizmati (2025, 1-yarim yil). Fuqaro ham tayyor.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Muammodan — sudga tayyor arizagacha.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889504"/>
            <a:ext cx="493776" cy="493776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Tasvirlang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31136" y="2999232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96312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2889504"/>
            <a:ext cx="493776" cy="493776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04872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Tasniflang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87368" y="2999232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52544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2889504"/>
            <a:ext cx="493776" cy="493776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61104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0" y="2999232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08776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2889504"/>
            <a:ext cx="493776" cy="493776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17336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Tayyorlang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99832" y="2999232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065008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31936" y="2889504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631936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73568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56064" y="2999232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921240" y="265176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88168" y="2889504"/>
            <a:ext cx="493776" cy="493776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8168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29800" y="349300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0080" y="4663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chatbot emas. </a:t>
            </a:r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ishni oxirigacha — to'g'ri yo'nalish, sudga tayyor hujjat, validatsiya va topshirish — bajaradigan platforma.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“Tekshiruv” bosqichi — rad etishdan oldin xatolarni ushlaydigan asosiy ustunligimiz.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«Oyligimni to'lashmadi» → sudga tayyor ariza. 2 daqiqada.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297680" cy="3383280"/>
          </a:xfrm>
          <a:prstGeom prst="roundRect">
            <a:avLst>
              <a:gd name="adj" fmla="val 2162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KIRITISH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0E1B33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 beruvchim 2 oydan beri oyligimni to'lamayapti.”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o'zbek tilida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14807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542032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DAʼVO ARIZASI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86207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(ish haqini undirish to'g'risida)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Sud:  Andijon tuman fuqarolik sudi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3557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Asos:  Mehnat kodeksi · FPK 188, 189, 191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3867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boji:  ozod (mehnat nizosi)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to'g'ri aniqlandi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084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 summasi ko'rsatilgan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 nusxasini ilova qiling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Hujjat Oliy Sud maslahatchilari bilan tekshirilgan.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Andijondan boshlanadi. Dunyo — oldinda.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522476" y="2286000"/>
            <a:ext cx="9144000" cy="1078992"/>
          </a:xfrm>
          <a:prstGeom prst="roundRect">
            <a:avLst>
              <a:gd name="adj" fmla="val 5085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96796" y="228600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59836" y="2286000"/>
            <a:ext cx="7132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legaltech $29.8B → $73B (2035) · 1.5 mlrd odam adolatga muhtoj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19756" y="3584448"/>
            <a:ext cx="6949440" cy="1078992"/>
          </a:xfrm>
          <a:prstGeom prst="roundRect">
            <a:avLst>
              <a:gd name="adj" fmla="val 5085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94076" y="358444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57116" y="3584448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+ MDH — fuqarolik huquqi tizimlari · 250–300 mln aholi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17036" y="4882896"/>
            <a:ext cx="4754880" cy="1078992"/>
          </a:xfrm>
          <a:prstGeom prst="roundRect">
            <a:avLst>
              <a:gd name="adj" fmla="val 5085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91356" y="4882896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54396" y="4882896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— yiliga 2 mln+ fuqarolik ishi, +50% · davlat onlayn'ga majburlamoqda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mlrd (TAM) → 300 mln fuqarolik-huquq mintaqasi (SAM) → 2 mln+ ariza/yil (SOM). Davlat o'zi onlayn'ga majburlayotgan bozor.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Hammasini bajaradigan yagona yechim.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Areeza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Advokat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e-sud / advice.uz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Oddiy tilni tushunadi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To'g'ri yuridik yo'nalish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Sudga tayyor hujjat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 etishdan himoya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O'zbek qonunlariga xos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· ~$4–8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DoNotPay bu yerda ishlay olmaydi</a:t>
            </a:r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(umumiy huquq tizimi uchun, FTC jarimasi bilan).  </a:t>
            </a:r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e-sud raqib emas — hamkor.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USTUNLIK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Nusxa ko'chirib bo'lmaydigan ustunlik.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49631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Oliy Sud maslahatchilari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protsedura, real shakllar, tartibga to'liq muvofiqlik — raqib takrorlay olmaydigan munosabat.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36792" y="21945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8544" y="249631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51192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O'zbek tiliga moslangan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51192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Fuqaroning hikoyasini to'g'ri yuridik yo'nalishga tasniflaydi — generik modeldan ustun.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44165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Validatsiya dvigateli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937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etish sabablarini biladi; bu ma'lumotlar bazasi vaqt o'tgani sari mustahkamlanadi.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4114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C2E4F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8544" y="441655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638544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51192" y="4389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Jamoa tezligi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51192" y="4937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Ambassador, yakka o'zi 2 ta AI mahsulot ishga tushirgan — bu hakaton mukofotlaydigan tezlik.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ETISH MODELI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Fuqarodan pul olmaymiz. Davlat platformani qabul qiladi.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31720"/>
            <a:ext cx="3502152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Davlat (B2G)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my.sud.uz uchun fuqaroga qaratilgan intellektual qatlam. G'alaba — qabulni ishga tushiradi. Davlat shartnomasi / IT Park bilan barqarorlik.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331720"/>
            <a:ext cx="3502152" cy="109728"/>
          </a:xfrm>
          <a:prstGeom prst="rect">
            <a:avLst/>
          </a:prstGeom>
          <a:solidFill>
            <a:srgbClr val="1C2E4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Fuqaro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345643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ko'magi tufayli fuqaroga bepul yoki arzon — bu ta'sir va ommaviy joriy etish hikoyasi.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331720"/>
            <a:ext cx="3502152" cy="109728"/>
          </a:xfrm>
          <a:prstGeom prst="rect">
            <a:avLst/>
          </a:prstGeom>
          <a:solidFill>
            <a:srgbClr val="1C2E4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6060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KENGAYISH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345643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“Madad” byurosi, yuridik klinikalar va KO'B uchun white-label hujjat + validatsiya.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Unit-iqtisod:  </a:t>
            </a:r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advokat $125+ ga qiladigan ishni biz ~$4–8 ga — </a:t>
            </a:r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10–30× arzon</a:t>
            </a:r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marginal xarajat ≈ AI inferens.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G'alaba → davlat qabuli → mintaqa.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05840" y="3657600"/>
            <a:ext cx="10149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355701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Hozir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-914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MVP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6996" y="3511296"/>
            <a:ext cx="292608" cy="292608"/>
          </a:xfrm>
          <a:prstGeom prst="ellipse">
            <a:avLst/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74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6-iyun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4602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G'alaba (Sud treki)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0176" y="355701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my.sud.uz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17636" y="355701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238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yil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209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joriy etish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055096" y="355701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 · MO/MDH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 ishlaydigan jamoa — va Oliy Sud.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87168"/>
            <a:ext cx="1005840" cy="100584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40280" y="2468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E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 Lutfullaev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/ Jamoa rahbari — O'zbekistondagi birinchi Cursor Ambassador. Horyco (restoran AI OS) va Notiky (AI mahsulot miyasi)'ni yakka o'zi qurgan.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2576322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4023360"/>
            <a:ext cx="25763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Backend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17570" y="4023360"/>
            <a:ext cx="2576322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7570" y="4023360"/>
            <a:ext cx="25763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5060" y="4023360"/>
            <a:ext cx="2576322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5060" y="4023360"/>
            <a:ext cx="25763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(UI/UX)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72550" y="4023360"/>
            <a:ext cx="2576322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14300" dist="38100" dir="8100000">
              <a:srgbClr val="0A14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72550" y="4023360"/>
            <a:ext cx="25763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/ Yurist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08792" cy="822960"/>
          </a:xfrm>
          <a:prstGeom prst="roundRect">
            <a:avLst>
              <a:gd name="adj" fmla="val 6667"/>
            </a:avLst>
          </a:prstGeom>
          <a:solidFill>
            <a:srgbClr val="0E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Maslahatchilar: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Sud (O'zbekiston Respublikasi Oliy sudi)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64008" cy="1828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2402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Bizga sarmoya kerak emas.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Bizga g'alaba kerak.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86968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0B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 g'alaba — davlat Areeza'ni qabul qilib, yiliga millionlab fuqaroga adolat eshigini ochishidir.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Areeza</a:t>
            </a:r>
            <a:pPr indent="0" marL="0">
              <a:buNone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Sudga tayyor ariza — bir gapdan.   ·   #MilliyAIXakaton  #AndijonAI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Areeza — AI legal filing platform</dc:title>
  <dc:subject>PptxGenJS Presentation</dc:subject>
  <dc:creator>Areeza</dc:creator>
  <cp:lastModifiedBy>Areeza</cp:lastModifiedBy>
  <cp:revision>1</cp:revision>
  <dcterms:created xsi:type="dcterms:W3CDTF">2026-06-04T09:06:08Z</dcterms:created>
  <dcterms:modified xsi:type="dcterms:W3CDTF">2026-06-04T09:06:08Z</dcterms:modified>
</cp:coreProperties>
</file>